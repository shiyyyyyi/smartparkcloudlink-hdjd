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37aeb2189a4490" /><Relationship Type="http://schemas.openxmlformats.org/officeDocument/2006/relationships/extended-properties" Target="/docProps/app.xml" Id="R9244cf24c0ea406d" /><Relationship Type="http://schemas.openxmlformats.org/officeDocument/2006/relationships/officeDocument" Target="/ppt/presentation.xml" Id="R4766562cf0a24e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309a87779e4422"/>
  </p:sldMasterIdLst>
  <p:notesMasterIdLst>
    <p:notesMasterId xmlns:r="http://schemas.openxmlformats.org/officeDocument/2006/relationships" r:id="Rf4f19ec553134575"/>
  </p:notesMasterIdLst>
  <p:sldIdLst>
    <p:sldId xmlns:r="http://schemas.openxmlformats.org/officeDocument/2006/relationships" id="256" r:id="R32152b5c178b445b"/>
    <p:sldId xmlns:r="http://schemas.openxmlformats.org/officeDocument/2006/relationships" id="257" r:id="R6f267155fba240ff"/>
    <p:sldId xmlns:r="http://schemas.openxmlformats.org/officeDocument/2006/relationships" id="258" r:id="R82013aeb001f405d"/>
    <p:sldId xmlns:r="http://schemas.openxmlformats.org/officeDocument/2006/relationships" id="259" r:id="R0de3ff6b0c9a422b"/>
    <p:sldId xmlns:r="http://schemas.openxmlformats.org/officeDocument/2006/relationships" id="260" r:id="Re9784cb5f7994895"/>
    <p:sldId xmlns:r="http://schemas.openxmlformats.org/officeDocument/2006/relationships" id="261" r:id="Rbf5cf6bb72534ad6"/>
    <p:sldId xmlns:r="http://schemas.openxmlformats.org/officeDocument/2006/relationships" id="262" r:id="Ra4ab8260231941d8"/>
    <p:sldId xmlns:r="http://schemas.openxmlformats.org/officeDocument/2006/relationships" id="263" r:id="R238762e3a0a541af"/>
    <p:sldId xmlns:r="http://schemas.openxmlformats.org/officeDocument/2006/relationships" id="264" r:id="R4fc4a51f74bb47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f656e613cd44dd" /><Relationship Type="http://schemas.openxmlformats.org/officeDocument/2006/relationships/slideMaster" Target="/ppt/slideMasters/slideMaster1.xml" Id="Rae309a87779e4422" /><Relationship Type="http://schemas.openxmlformats.org/officeDocument/2006/relationships/notesMaster" Target="/ppt/notesMasters/notesMaster1.xml" Id="Rf4f19ec553134575" /><Relationship Type="http://schemas.openxmlformats.org/officeDocument/2006/relationships/presProps" Target="/ppt/presProps.xml" Id="Rf59c242e71774a34" /><Relationship Type="http://schemas.openxmlformats.org/officeDocument/2006/relationships/tableStyles" Target="/ppt/tableStyles.xml" Id="R77104d1a875e4b70" /><Relationship Type="http://schemas.openxmlformats.org/officeDocument/2006/relationships/slide" Target="/ppt/slides/slide1.xml" Id="R32152b5c178b445b" /><Relationship Type="http://schemas.openxmlformats.org/officeDocument/2006/relationships/slide" Target="/ppt/slides/slide2.xml" Id="R6f267155fba240ff" /><Relationship Type="http://schemas.openxmlformats.org/officeDocument/2006/relationships/slide" Target="/ppt/slides/slide3.xml" Id="R82013aeb001f405d" /><Relationship Type="http://schemas.openxmlformats.org/officeDocument/2006/relationships/slide" Target="/ppt/slides/slide4.xml" Id="R0de3ff6b0c9a422b" /><Relationship Type="http://schemas.openxmlformats.org/officeDocument/2006/relationships/slide" Target="/ppt/slides/slide5.xml" Id="Re9784cb5f7994895" /><Relationship Type="http://schemas.openxmlformats.org/officeDocument/2006/relationships/slide" Target="/ppt/slides/slide6.xml" Id="Rbf5cf6bb72534ad6" /><Relationship Type="http://schemas.openxmlformats.org/officeDocument/2006/relationships/slide" Target="/ppt/slides/slide7.xml" Id="Ra4ab8260231941d8" /><Relationship Type="http://schemas.openxmlformats.org/officeDocument/2006/relationships/slide" Target="/ppt/slides/slide8.xml" Id="R238762e3a0a541af" /><Relationship Type="http://schemas.openxmlformats.org/officeDocument/2006/relationships/slide" Target="/ppt/slides/slide9.xml" Id="R4fc4a51f74bb47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55ad7489b84a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956b0b48004509" /><Relationship Type="http://schemas.openxmlformats.org/officeDocument/2006/relationships/notesMaster" Target="/ppt/notesMasters/notesMaster1.xml" Id="Rdbbfe520b36447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34c19ccde04648" /><Relationship Type="http://schemas.openxmlformats.org/officeDocument/2006/relationships/notesMaster" Target="/ppt/notesMasters/notesMaster1.xml" Id="Rc66ff47ebca84a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b60c51b13540d7" /><Relationship Type="http://schemas.openxmlformats.org/officeDocument/2006/relationships/notesMaster" Target="/ppt/notesMasters/notesMaster1.xml" Id="R3136133faf6a49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4090fea6da475b" /><Relationship Type="http://schemas.openxmlformats.org/officeDocument/2006/relationships/notesMaster" Target="/ppt/notesMasters/notesMaster1.xml" Id="Read3899dded54b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59b7303bb64438" /><Relationship Type="http://schemas.openxmlformats.org/officeDocument/2006/relationships/notesMaster" Target="/ppt/notesMasters/notesMaster1.xml" Id="R0fa0d4bac64b43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cd0e4320a54d71" /><Relationship Type="http://schemas.openxmlformats.org/officeDocument/2006/relationships/notesMaster" Target="/ppt/notesMasters/notesMaster1.xml" Id="R5d4c13455db044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48a306451a4f1a" /><Relationship Type="http://schemas.openxmlformats.org/officeDocument/2006/relationships/notesMaster" Target="/ppt/notesMasters/notesMaster1.xml" Id="R0faf3aca37e043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736c5691a74da3" /><Relationship Type="http://schemas.openxmlformats.org/officeDocument/2006/relationships/notesMaster" Target="/ppt/notesMasters/notesMaster1.xml" Id="R393f4f1b195643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a5b51618d946e0" /><Relationship Type="http://schemas.openxmlformats.org/officeDocument/2006/relationships/notesMaster" Target="/ppt/notesMasters/notesMaster1.xml" Id="Rc4340c67187942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54a66f1eb46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9202726e744c30" /><Relationship Type="http://schemas.openxmlformats.org/officeDocument/2006/relationships/slideLayout" Target="/ppt/slideLayouts/slideLayout1.xml" Id="R70a87eeea0554e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a87eeea0554e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790788e144b52" /><Relationship Type="http://schemas.openxmlformats.org/officeDocument/2006/relationships/notesSlide" Target="/ppt/notesSlides/notesSlide1.xml" Id="R785318721f1d48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d80883ff340b6" /><Relationship Type="http://schemas.openxmlformats.org/officeDocument/2006/relationships/notesSlide" Target="/ppt/notesSlides/notesSlide2.xml" Id="Rc6e255b5a3eb42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2efa03fc64d00" /><Relationship Type="http://schemas.openxmlformats.org/officeDocument/2006/relationships/notesSlide" Target="/ppt/notesSlides/notesSlide3.xml" Id="R0664e0bfa36145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ae0f362cf4ee7" /><Relationship Type="http://schemas.openxmlformats.org/officeDocument/2006/relationships/notesSlide" Target="/ppt/notesSlides/notesSlide4.xml" Id="R4401acb3a5b54c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910442eaf4bc5" /><Relationship Type="http://schemas.openxmlformats.org/officeDocument/2006/relationships/notesSlide" Target="/ppt/notesSlides/notesSlide5.xml" Id="R4f6825bda45044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8b37e15c24c37" /><Relationship Type="http://schemas.openxmlformats.org/officeDocument/2006/relationships/notesSlide" Target="/ppt/notesSlides/notesSlide6.xml" Id="Rfbaffc22d55e42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0e4abb27c407f" /><Relationship Type="http://schemas.openxmlformats.org/officeDocument/2006/relationships/notesSlide" Target="/ppt/notesSlides/notesSlide7.xml" Id="R8677e0eb161942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ce922d8934db0" /><Relationship Type="http://schemas.openxmlformats.org/officeDocument/2006/relationships/notesSlide" Target="/ppt/notesSlides/notesSlide8.xml" Id="R29fb5777984649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7b77332b14b36" /><Relationship Type="http://schemas.openxmlformats.org/officeDocument/2006/relationships/notesSlide" Target="/ppt/notesSlides/notesSlide9.xml" Id="R22f3918f2b6a48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C9C0C-91FE-482F-907D-86BFA332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8191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SmartPark V1.0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已实现功能汇报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14E32-AECF-4731-9924-108B2363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AI-driven 城市智慧停车管理与诱导系统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039EB-5AB5-4C45-88C9-FF35F112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BE9F9-9CBE-4D38-B6D2-F3BF06E5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第19组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3C69C-3464-43BB-96D4-8357CA53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530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程晓洋 / 丁梓钊 / 程子浩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17881-BD46-41FF-943C-DD3B792E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E4A82-6199-4462-954E-AA9FC8CB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53000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汇报范围只包含 V1.0 已完成并通过测试的功能。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63E8F-5ACE-4D02-B578-6D251550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3158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4943D5-460D-40F2-90B8-21661D6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实现范围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BF5E8-A986-459E-B242-75BFE6C9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V1.0 已实现功能集中在停车服务闭环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A964F-5417-4AB3-9271-7D66A3FE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FC2AB-DCE4-4D6C-B125-D3645265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19150"/>
            <a:ext cx="4743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依据源码路由、前端页面和功能测试报告，本版不展开 P1/P2 规划项，只展示已经能运行、能测试、能演示的功能。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9A2FD-C941-4A9C-95B8-90DD7CD6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4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B44AF-6C21-4079-BE59-0CABAAC3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E2510-B55B-4788-83C2-492AE8AF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6B35"/>
                </a:solidFill>
                <a:latin typeface="Aptos Mono"/>
                <a:ea typeface="Aptos Mono"/>
                <a:cs typeface="Aptos Mono"/>
              </a:rPr>
              <a:t>AUTH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2E4C7-62F2-4CF6-B99F-752DDEEC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28850"/>
            <a:ext cx="411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认证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1C17F-0AB8-490E-B445-ABBEB9EE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411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注册、登录、个人信息、修改密码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80BFC-83EF-46B8-A5A0-7E0BE82F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4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833E9-2E0D-499B-B7DF-7455020E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5FD24-9B9B-4BE0-A494-3D8B3E96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4790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677FF"/>
                </a:solidFill>
                <a:latin typeface="Aptos Mono"/>
                <a:ea typeface="Aptos Mono"/>
                <a:cs typeface="Aptos Mono"/>
              </a:rPr>
              <a:t>M2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0292A-D23B-4BF2-A89F-FD96D069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28850"/>
            <a:ext cx="411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D2FCD-D61F-40E2-A8EA-E0E4FD5B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0"/>
            <a:ext cx="411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车场数据同步、同步日志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926FC-CF99-43BA-A6F4-BB0AD50B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554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3DE8B-55EA-4805-A381-ABD4F908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1037F-87D7-4931-8EF1-A4172AC6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M3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57C8C-667F-4EC4-A0DD-A3ADF2CE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11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停车场查询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BD8CE-2FFB-4D52-A8D5-A41803B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67150"/>
            <a:ext cx="411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列表、搜索、筛选、详情、车位查询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38B80-A3DA-488D-B199-6193F773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38500"/>
            <a:ext cx="554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5C0F9-2BAB-4413-84DB-A94F60B3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3850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F4ABA-332F-4A0A-9809-45478E3D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480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6B35"/>
                </a:solidFill>
                <a:latin typeface="Aptos Mono"/>
                <a:ea typeface="Aptos Mono"/>
                <a:cs typeface="Aptos Mono"/>
              </a:rPr>
              <a:t>M5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F7853-22E8-48BD-BB21-70536CFA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29000"/>
            <a:ext cx="411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车位预约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6F38D-567B-4922-AF70-BC0F5235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67150"/>
            <a:ext cx="411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创建预约、到场确认、取消、过期释放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8D87D-6374-4667-80FC-353414BE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554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F8DAA4-0003-45C1-8101-A165C715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80CC6-FEE3-4673-A605-E8E025B0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677FF"/>
                </a:solidFill>
                <a:latin typeface="Aptos Mono"/>
                <a:ea typeface="Aptos Mono"/>
                <a:cs typeface="Aptos Mono"/>
              </a:rPr>
              <a:t>M6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0B2B7B-3CE3-4707-8C1A-7314A495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411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订单支付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ACFDBA-4699-4C61-B404-F2B5488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411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模拟入场、模拟出场、计费、支付、记录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86A9C5-199B-476B-A12D-2C5F27D0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38650"/>
            <a:ext cx="554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792631-2F11-4AB0-B862-1BA11F4B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3865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6A8F66-574B-4240-936C-D877224C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4820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M13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68E9E8-1A7B-42F1-90FD-065256B1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29150"/>
            <a:ext cx="411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管理后台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AE3CA5-CA2A-422F-A282-217FACFC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67300"/>
            <a:ext cx="411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仪表盘、车场管理、订单管理、收益统计</a:t>
            </a:r>
          </a:p>
        </p:txBody>
      </p:sp>
    </p:spTree>
    <p:extLst>
      <p:ext uri="{BB962C8B-B14F-4D97-AF65-F5344CB8AC3E}">
        <p14:creationId xmlns:p14="http://schemas.microsoft.com/office/powerpoint/2010/main" val="1911560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EC6BF6-2193-49DF-B8FF-FC3A0E1E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业务闭环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05D4D-553D-46C9-9105-FC1989C7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已实现流程可以从找车走到后台统计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B2C4E-A983-4386-BB2D-E714C644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F10CC-9066-4D72-B04F-C77D8851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1BD8B-BA1F-49F4-851A-AF074ECD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FF6EA-FE02-4154-BC8B-84E7F2F9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搜索车场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2F2D9-DEDC-4DC7-B896-D101E7FB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GET /api/lots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E4FDC-0C54-497B-8F59-94F40C4B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669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F5136-F3AA-4326-9642-C93B0AF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669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2337F-493A-4D31-AF13-8D55CDDB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查看详情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2C19B-4C18-4282-9424-3A4A750D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432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车场详情与车位列表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90626-4760-4981-89C2-0F565E78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88840-BE7C-42AE-A343-32A08DA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7FF97-9523-4C0E-B8BF-4EA960A8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预约车位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E0DA7-9798-438E-BC63-66326F4B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15 分钟锁定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21145-E5C6-43D1-8B67-5D7FA994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C63F6-C722-4533-AD8C-04C03857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338A1-E883-497A-A405-C22F8000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193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到场确认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2D47F-6FD2-4540-9B21-F70CF072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432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预约状态变更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F9979-9B83-4D0B-AD2A-484B1C91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433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FDD2A-1539-4EFF-AE07-27C5FB23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433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193F3-B016-4E2F-811A-538CA88F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95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模拟入场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F6500-8F9D-4F74-8273-D7D8E5D3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196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生成停车订单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A4B41-DC9F-47EF-B781-4A1C138E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91F4C6-41C4-478B-B48D-79BBBFD6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2B7BA8-5F3C-4CF7-A3A8-948D611C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出场计费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D8C9D2-3C8D-4725-ABDC-A18407E9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96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计算时长与费用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F04A35-7795-4D2A-8D6D-8C9B1930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433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88D8BD-DC5E-4E3E-B85C-6898B6D5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433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EAFBD-5F4A-4AF4-97D2-493513B5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模拟支付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7D6018-6022-40E2-8130-8CD470C6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196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订单 paid，释放车位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9986CE-11A9-4278-B130-610350B2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A62805-C34B-4C8A-A668-A0E8B32F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2D4951-63E8-43B1-93C1-BF34FF61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后台统计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A9E289-4761-4BF0-B939-F1E772F1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仪表盘与收益统计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CA98D3-9F7C-49BD-BB93-1080DE98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2442F6-1438-4176-922E-5D604D57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146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C6F48E-27F4-48EB-80A2-DF0E94A1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146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BB4FE1-A0C9-4510-859A-4E81C851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766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9453D9-A2C8-42C1-BE64-9C6FBD4C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91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BECC5C-4E33-4FDB-A74F-ECA3FAD9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91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571494-3851-4402-92FA-5A30AA0B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91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20F9A5-0637-4DA7-8274-D01A7ABB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0E1BEE-D2C5-4803-9936-3E6AA201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这条链路对应测试结论中的端到端路径：搜索 → 预约 → 入场 → 支付 → 出场 → 管理后台。</a:t>
            </a:r>
          </a:p>
        </p:txBody>
      </p:sp>
    </p:spTree>
    <p:extLst>
      <p:ext uri="{BB962C8B-B14F-4D97-AF65-F5344CB8AC3E}">
        <p14:creationId xmlns:p14="http://schemas.microsoft.com/office/powerpoint/2010/main" val="903910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1FB1C7-EE75-4BDB-BC5C-92266D49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车主端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8CE1C-64F6-4899-8900-D2D8F746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车主端页面覆盖停车全流程入口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34561-EBCD-4057-919C-8D6D9254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CCBA1-8D00-4991-BB8D-87BC1EFE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6B35"/>
                </a:solidFill>
                <a:latin typeface="Aptos Mono"/>
                <a:ea typeface="Aptos Mono"/>
                <a:cs typeface="Aptos Mono"/>
              </a:rPr>
              <a:t>/login /register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B7552-39D9-43E8-989D-E748D4D6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登录与注册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4FF69-EB87-44B6-AB78-7AC312E0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288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账号登录、注册、前端登录态保护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97CF5-EF2A-4AAF-BF90-C3347AB9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3B7A3-610C-4E57-88BF-3204025C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677FF"/>
                </a:solidFill>
                <a:latin typeface="Aptos Mono"/>
                <a:ea typeface="Aptos Mono"/>
                <a:cs typeface="Aptos Mono"/>
              </a:rPr>
              <a:t>/home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9639F-273B-48A1-829E-DF66463A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车场搜索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3150A-13FA-4D49-93C9-A874EF27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384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停车场列表、关键字筛选、排序入口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EF9B4-E396-4D1A-AAB1-C74D568B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E141D-EBD3-41F8-B861-2073AE45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/lots/:id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60701-59D3-4011-B510-C41CF424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车场详情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6A775-E4F7-4248-92CC-8A094AE5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480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车场信息、车位列表、预约入口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55E21-9B47-4998-9E7C-C460E99A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D7516-4640-443E-B9E3-A28332C7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6B35"/>
                </a:solidFill>
                <a:latin typeface="Aptos Mono"/>
                <a:ea typeface="Aptos Mono"/>
                <a:cs typeface="Aptos Mono"/>
              </a:rPr>
              <a:t>/reservations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3755E-A409-4D66-A866-BD319EC8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48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我的预约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A68CA-A7A4-44AF-8E84-E0D43644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查看、确认、取消预约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DEAF4-1D16-4B3F-B3A1-08E2874D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67AA9-B610-44D4-8D94-29D541AD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677FF"/>
                </a:solidFill>
                <a:latin typeface="Aptos Mono"/>
                <a:ea typeface="Aptos Mono"/>
                <a:cs typeface="Aptos Mono"/>
              </a:rPr>
              <a:t>/orders /records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E7D89-AA3E-408E-9D2B-4A49270E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57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订单与记录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708B8-13A7-4EF9-9C78-EF0F4171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订单状态、历史停车记录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A26077-79B5-4730-AF95-0F2BF6F9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915AB-4DAF-42F8-8621-7CEE042B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/find-car /mine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B56D3E-9345-4DDC-8162-0D823242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67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寻车与个人中心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6408F-65F0-41C0-B261-35FF1E25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768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按车牌寻车、个人信息维护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86B722-CBEB-4B25-B1D9-2ABE3779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FF9214-3983-413B-8357-D7430E22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973717-0B58-4B84-8E8C-B4F8BA42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车主端的价值是把“查询、预约、支付、记录、寻车”放在一条连续路径里，而不是分散功能菜单。</a:t>
            </a:r>
          </a:p>
        </p:txBody>
      </p:sp>
    </p:spTree>
    <p:extLst>
      <p:ext uri="{BB962C8B-B14F-4D97-AF65-F5344CB8AC3E}">
        <p14:creationId xmlns:p14="http://schemas.microsoft.com/office/powerpoint/2010/main" val="16381817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8B76A-1D6D-42FA-857A-1AA1ADDE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管理后台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005BC-5C7B-4878-8E0F-8F1A5CB5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管理后台已实现车场和订单运营能力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2EEF5-E283-4D3A-8CF3-5AE4E940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CBDCA-83FF-4F55-A45F-BE311E0B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62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B9972-E2C2-4B2B-B8E8-6E36ED75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F7430-6F88-4054-B423-BC71760D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仪表盘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160CB-EEE5-43FF-B2F8-1477E968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统计总车位、空位、订单、收入等运营概览。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36F3A-E388-4220-9FE4-E9783AEF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95500"/>
            <a:ext cx="3562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46B34-E49F-42B8-9270-38ED7DEC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955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2B5CD-8073-42A0-A25E-55501843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050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车场管理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28723-41C1-4C9B-B721-7D83803B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查看车场列表、状态、空位和同步信息。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0CDF1-B314-47A0-BC7A-08743EAD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562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23CCA-663D-4333-988A-CFC020E1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63881-B500-4298-9D1F-47A5A9B6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车场概览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8031C-B383-4413-BE09-BD14415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单车场进出流量、收入和车位状态统计。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F2470-6543-4851-995D-38455EE9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3562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9ABA5-68C8-4135-8702-DB96FACF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103F4-70B4-464A-BD59-92A288C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订单管理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78CBA-8B0B-4215-9611-082D7BC3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按状态和关键字查看全量订单。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311E8-A97D-4D85-9661-2179B307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90950"/>
            <a:ext cx="3562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6F3AA-5602-4717-99BD-58A0030A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9095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F63A3-634F-44DC-BA53-B87CA1DD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005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手动释放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323AD-6BC3-48B1-9765-28BFB89D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196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管理员可释放指定车位，处理异常占用。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3AB5F-917E-461B-AFB8-744C228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90950"/>
            <a:ext cx="3562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CD626-F894-4460-BA40-0E46B886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9095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114D8-5010-48E9-B719-13BEE18F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收益统计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6CFA20-EA4B-4607-94D7-02B17455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196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提供近 7 天收入和报表数据接口。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2DC932-34B7-4285-A7EF-ADB9D0BF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权限边界：后台路由需要登录且角色为 admin，普通用户访问管理接口会被拒绝。</a:t>
            </a:r>
          </a:p>
        </p:txBody>
      </p:sp>
    </p:spTree>
    <p:extLst>
      <p:ext uri="{BB962C8B-B14F-4D97-AF65-F5344CB8AC3E}">
        <p14:creationId xmlns:p14="http://schemas.microsoft.com/office/powerpoint/2010/main" val="1017524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971DB3-83E2-4DC7-8954-504690E1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后端与数据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AC927-A925-4F78-BA06-01358631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 API 和 6 张核心表支撑已实现功能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5E389-ABB6-4E1A-8672-4CD9D390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E8ECD-0428-4343-A150-5B966E52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6B35"/>
                </a:solidFill>
                <a:latin typeface="Aptos Mono"/>
                <a:ea typeface="Aptos Mono"/>
                <a:cs typeface="Aptos Mono"/>
              </a:rPr>
              <a:t>/api/auth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3D869-E1FB-4A63-B762-7322A625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38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注册、登录、个人信息、密码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9F2E2-6EAB-460B-8360-21C1BBBA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9E11C-8B2C-44E0-8306-4231C0B5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1677FF"/>
                </a:solidFill>
                <a:latin typeface="Aptos Mono"/>
                <a:ea typeface="Aptos Mono"/>
                <a:cs typeface="Aptos Mono"/>
              </a:rPr>
              <a:t>/api/lots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D5101-0612-4856-8025-420D937D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车场列表、搜索、附近推荐、同步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CC730-5A25-4CCD-9A07-B6442255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0E819-A5F2-48EB-B379-342AF633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/api/reservations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70E5D-A738-40ED-A01B-A7FF5EC1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预约创建、确认、取消、释放过期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6F17A-09FF-49D3-AC65-7F9B84F8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A7F7A-A98C-4624-9B24-217422A0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6B35"/>
                </a:solidFill>
                <a:latin typeface="Aptos Mono"/>
                <a:ea typeface="Aptos Mono"/>
                <a:cs typeface="Aptos Mono"/>
              </a:rPr>
              <a:t>/api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35044-D0AE-49DE-A5C5-EB58838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95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车牌事件、订单、支付、记录、寻车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2E79C-4385-4832-BE69-804FB82C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A59EE-512B-4CFF-983E-3DACAF5E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1677FF"/>
                </a:solidFill>
                <a:latin typeface="Aptos Mono"/>
                <a:ea typeface="Aptos Mono"/>
                <a:cs typeface="Aptos Mono"/>
              </a:rPr>
              <a:t>/api/admin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06258-23AC-45B6-BB2A-057D1068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48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仪表盘、车场、订单、报表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CE598-6ABB-40A5-AD2D-5C08C644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F1BBBD-89F4-47A4-B78B-64C4428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/api/analytics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E0CF2-100A-43ED-A672-0CA69B38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00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周转、收入、饱和度等统计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CC3CBB-66EB-4938-8034-775E641D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A44A5-C0DE-4BD8-99F2-E482E557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43100"/>
            <a:ext cx="47053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207B3-E848-45A0-A047-90E73E38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核心数据表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D3CB4-1C60-48BC-929E-E5257EF5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19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users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4FCE77-E8EC-43B8-B4DC-20635805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用户与角色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4FF0F0-D701-4F74-8A00-7E55D89B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9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parking_lots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785AC-C88A-48AF-B6BE-39D8D874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车场与空位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47344F-C210-437E-8E61-3C5CD4C6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19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parking_spots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DCE393-DF5A-4FDB-B60B-DE34FDB4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车位状态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6CB57-71E3-49A4-A583-5F2BB999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19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reservations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83FA62-3690-4FCD-9D3A-C2B260B4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19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预约锁定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12EA5D-72C7-4E72-8CD0-08A446A2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19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orders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86647B-D8F8-41BB-8107-7D0C5D42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19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入出场订单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F86D2F-7467-492F-B7DF-55F8D58B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9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sync_logs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08178C-8307-430E-9747-3F8B4F6F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19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同步日志</a:t>
            </a:r>
          </a:p>
        </p:txBody>
      </p:sp>
    </p:spTree>
    <p:extLst>
      <p:ext uri="{BB962C8B-B14F-4D97-AF65-F5344CB8AC3E}">
        <p14:creationId xmlns:p14="http://schemas.microsoft.com/office/powerpoint/2010/main" val="135820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9C6F3-6BCE-4115-9BBB-CF836FD5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技术实现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1C8DA-BDEC-40D1-B912-228CE159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技术栈服务于本地可运行的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B6548-9D71-473F-A8B5-7FA14E33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27874-7A24-4CFD-8FC8-1261CC9E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CE6E7-F210-4444-B3B0-8C2EA016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857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B4A25-562F-4ABC-8E7E-0AD25EC1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Vue3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5459C-B169-472F-AE28-FF59A9BD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Element Plus / Vite / Axios / Pinia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D9C23-1DD2-4C06-BDC8-D8148247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EBC05-6138-402C-ABDA-36367B4C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857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01446-A1D0-4D05-8121-FB3C133B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5745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F1937-125B-43E9-A8C5-6762DEBB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4805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SQLAlchemy / Pydantic / Uvicorn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17CB6-73A1-4F87-94E7-898D2C76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BE331-2900-4DE7-9268-D8C68E1E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857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ED937-761A-4233-A940-7748AA43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5745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SQLite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A829E-1570-46C7-A13E-1AD065BC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6 张核心表 + 种子数据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138D9-E369-4985-B5D9-193641E3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336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6B202-11DC-4BEB-B497-CDBD6B32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33600"/>
            <a:ext cx="857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F749A-426E-4B82-8847-7CC8BC79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C8628-A1B3-47F9-B615-53EEC9F9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4805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功能测试用例覆盖核心路径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E7860-DB6E-4461-A893-EE69949F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5C525-29EA-4814-A6BA-DEB08036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演示账号：管理员 admin / admin123；普通用户 user / user123。后端运行在 8000，前端运行在 5173。</a:t>
            </a:r>
          </a:p>
        </p:txBody>
      </p:sp>
    </p:spTree>
    <p:extLst>
      <p:ext uri="{BB962C8B-B14F-4D97-AF65-F5344CB8AC3E}">
        <p14:creationId xmlns:p14="http://schemas.microsoft.com/office/powerpoint/2010/main" val="985521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7ACAEB-984A-4ECB-9D86-F5122860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测试结果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C6CB7-11B5-4251-B6B3-1D4936FC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38 条功能测试证明已实现范围可运行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AA5D4-9128-42B7-978D-525D3E77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7FB53-312E-4F93-B32D-4D783EAE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19150"/>
            <a:ext cx="4743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测试报告覆盖认证、停车场、预约、支付、订单、管理后台和数据接入。测试结论说明 P0 主体功能已完成前后端联调。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7295E-1D1B-409C-90F8-0145D018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3786C-7149-4E22-97B8-424D3061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857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38FB4-8C1A-4B08-BDEA-0A04181B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D587F-B6D6-4ABE-9890-AA2E9706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功能测试用例总数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E6F19-39FF-4A01-B01D-92519399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288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F79EC-D7F2-4A7B-AE61-940F39B5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28850"/>
            <a:ext cx="857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AC8FA-A6C6-4B5D-8B08-6C0D384E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527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ECE47-4257-44B3-8277-F353E20D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5433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通过用例数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A4B9E-A757-439F-9FEB-44A6C671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97F47-99AE-4B1F-A6A1-98005421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857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51F65-9053-4FBB-A5A0-0FA4C95A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54CFA-A04F-45FC-B66D-8C3FFD09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433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失败和阻塞用例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19E22-EF59-4B33-A65E-7DC9E008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288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67815-C493-4472-BD30-BD5E9AE9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28850"/>
            <a:ext cx="857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D2533-34BB-4F0E-AD2E-5F9D642A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527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09C00-510B-4F9A-AC57-28B8CB66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433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测试通过率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7088B-8397-4B99-B398-CDB0E12B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38800"/>
            <a:ext cx="12192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9C460A-C1D6-4492-B14C-C7BE4ECD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已验证路径：搜索停车场 → 预约车位 → 模拟入场 → 出场计费 → 模拟支付 → 后台统计。</a:t>
            </a:r>
          </a:p>
        </p:txBody>
      </p:sp>
    </p:spTree>
    <p:extLst>
      <p:ext uri="{BB962C8B-B14F-4D97-AF65-F5344CB8AC3E}">
        <p14:creationId xmlns:p14="http://schemas.microsoft.com/office/powerpoint/2010/main" val="215839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1676FB-EF81-41BB-AFEC-8CEB07EA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结论与边界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39F9E-42EE-4609-85D5-D5BEAD88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本次汇报只保留已落地能力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3A07E-ECCA-42D7-8B7E-375F6112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34A1F-EFA3-4AA4-8287-A376E96C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54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SmartPark V1.0 已经完成一个可演示、可测试的智慧停车 MVP。它的价值在于先打通车主侧和管理侧的核心数据闭环。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4C74A-128A-4FDD-BFA5-3B588F0D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B041A-35C6-48E7-9929-6656E002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已保留：认证、车场查询、预约、模拟入出场、支付、订单、记录、寻车、后台和同步。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B165A-138E-4CFE-B6BA-5C50E36B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09435-205A-444B-9177-1F0F9DCF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不纳入本稿：真实 AI 视觉识别、真实 GIS 地图、真实支付通道、硬件设备接入。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E94A9-6786-4469-BFE6-CEDE0383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435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03F3D-337A-4062-A709-0DBE1D13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后续建议：并发预约、异常网络、移动端适配和真实服务接入。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11019-B7B8-493C-B1CF-3062CC48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0"/>
            <a:ext cx="4819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579D3-1790-4D0E-B60E-5D8C3020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B7095-0372-4350-9618-DB7372BE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05100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V1.0 不再展示规划中的虚拟能力，而是聚焦已经能运行、能测试、能讲清楚的停车闭环。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F7F33-62CB-4865-9406-769D1CCC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55593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2026-07-04T00:59:29.5630000Z</dcterms:created>
  <dcterms:modified xsi:type="dcterms:W3CDTF">2026-07-04T00:59:29.5630000Z</dcterms:modified>
</coreProperties>
</file>